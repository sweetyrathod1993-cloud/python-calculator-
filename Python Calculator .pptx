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57bf7df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57bf7df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FCDDB27-8D7E-B1C0-1BE6-AA27FBB0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57bf7df8_0_1:notes">
            <a:extLst>
              <a:ext uri="{FF2B5EF4-FFF2-40B4-BE49-F238E27FC236}">
                <a16:creationId xmlns:a16="http://schemas.microsoft.com/office/drawing/2014/main" id="{7D6587EB-B3A7-88F7-9F16-889CF63DC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57bf7df8_0_1:notes">
            <a:extLst>
              <a:ext uri="{FF2B5EF4-FFF2-40B4-BE49-F238E27FC236}">
                <a16:creationId xmlns:a16="http://schemas.microsoft.com/office/drawing/2014/main" id="{E6365CD7-6394-8F86-4A03-69A477771F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6202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0DE65531-2FA0-61A4-0896-F04A9636A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57bf7df8_0_1:notes">
            <a:extLst>
              <a:ext uri="{FF2B5EF4-FFF2-40B4-BE49-F238E27FC236}">
                <a16:creationId xmlns:a16="http://schemas.microsoft.com/office/drawing/2014/main" id="{5572D407-2377-E5F5-53B0-DBDFD54DC5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57bf7df8_0_1:notes">
            <a:extLst>
              <a:ext uri="{FF2B5EF4-FFF2-40B4-BE49-F238E27FC236}">
                <a16:creationId xmlns:a16="http://schemas.microsoft.com/office/drawing/2014/main" id="{F457DE44-2160-93CA-3887-59B3C668D2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5680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21C22FA-71F5-999C-D5B4-5F51E862E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057bf7df8_0_1:notes">
            <a:extLst>
              <a:ext uri="{FF2B5EF4-FFF2-40B4-BE49-F238E27FC236}">
                <a16:creationId xmlns:a16="http://schemas.microsoft.com/office/drawing/2014/main" id="{2570B9C4-8627-2242-0E3C-E809FD926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057bf7df8_0_1:notes">
            <a:extLst>
              <a:ext uri="{FF2B5EF4-FFF2-40B4-BE49-F238E27FC236}">
                <a16:creationId xmlns:a16="http://schemas.microsoft.com/office/drawing/2014/main" id="{D09DD7EB-ACCC-8BAB-C216-7AC9C1803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5792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7A4A583-B0E2-3E0F-E393-A928A26D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EB8964C-FDCF-5400-24FF-2E2E9D7B1C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D9E7DD0C-770E-77CE-237F-18FF3C34C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3080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5582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8820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72513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687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211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7836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54708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2580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9161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8707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8626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3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11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 Calculator 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Sweety Masmiya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Using the </a:t>
            </a:r>
            <a:r>
              <a:rPr lang="en-US" dirty="0" err="1"/>
              <a:t>Tkinter</a:t>
            </a:r>
            <a:r>
              <a:rPr lang="en-US" dirty="0"/>
              <a:t> module, which is Python’s standard GUI library, we can create graphical user interfaces. It provides a graphical interface for users to select colors and also includes utilities for managing font styles and properties.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FCB8B276-EF6D-1AFF-CCAB-C9263CB5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DF1990CC-33B9-7863-DC6A-88F3E56CC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275008"/>
            <a:ext cx="8520600" cy="4293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US" sz="1600" dirty="0"/>
              <a:t>This project is a user-friendly calculator </a:t>
            </a:r>
          </a:p>
          <a:p>
            <a:pPr marL="0" lvl="0" indent="0">
              <a:buNone/>
            </a:pPr>
            <a:r>
              <a:rPr lang="en-US" sz="1600" dirty="0"/>
              <a:t>application designed with a modern </a:t>
            </a:r>
          </a:p>
          <a:p>
            <a:pPr marL="0" lvl="0" indent="0">
              <a:buNone/>
            </a:pPr>
            <a:r>
              <a:rPr lang="en-US" sz="1600" dirty="0"/>
              <a:t>dark-themed interface. It performs basic</a:t>
            </a:r>
          </a:p>
          <a:p>
            <a:pPr marL="0" lvl="0" indent="0">
              <a:buNone/>
            </a:pPr>
            <a:r>
              <a:rPr lang="en-US" sz="1600" dirty="0"/>
              <a:t>arithmetic operations such as addition, </a:t>
            </a:r>
          </a:p>
          <a:p>
            <a:pPr marL="0" lvl="0" indent="0">
              <a:buNone/>
            </a:pPr>
            <a:r>
              <a:rPr lang="en-US" sz="1600" dirty="0"/>
              <a:t>subtraction, multiplication, and division, </a:t>
            </a:r>
          </a:p>
          <a:p>
            <a:pPr marL="0" lvl="0" indent="0">
              <a:buNone/>
            </a:pPr>
            <a:r>
              <a:rPr lang="en-US" sz="1600" dirty="0"/>
              <a:t>along with advanced functions like </a:t>
            </a:r>
          </a:p>
          <a:p>
            <a:pPr marL="0" lvl="0" indent="0">
              <a:buNone/>
            </a:pPr>
            <a:r>
              <a:rPr lang="en-US" sz="1600" dirty="0"/>
              <a:t>percentage and power calculations.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sz="1600" dirty="0"/>
              <a:t>The interface includes clearly arranged buttons</a:t>
            </a:r>
          </a:p>
          <a:p>
            <a:pPr marL="0" lvl="0" indent="0">
              <a:buNone/>
            </a:pPr>
            <a:r>
              <a:rPr lang="en-US" sz="1600" dirty="0"/>
              <a:t>for numbers (0–9), operators, and special </a:t>
            </a:r>
          </a:p>
          <a:p>
            <a:pPr marL="0" lvl="0" indent="0">
              <a:buNone/>
            </a:pPr>
            <a:r>
              <a:rPr lang="en-US" sz="1600" dirty="0"/>
              <a:t>functions like clear (C), delete (backspace), </a:t>
            </a:r>
          </a:p>
          <a:p>
            <a:pPr marL="0" lvl="0" indent="0">
              <a:buNone/>
            </a:pPr>
            <a:r>
              <a:rPr lang="en-US" sz="1600" dirty="0"/>
              <a:t>and brackets for complex expressions. </a:t>
            </a:r>
          </a:p>
          <a:p>
            <a:pPr marL="0" lvl="0" indent="0">
              <a:buNone/>
            </a:pPr>
            <a:r>
              <a:rPr lang="en-US" sz="1600" dirty="0"/>
              <a:t>A dual display panel allows users to view both</a:t>
            </a:r>
          </a:p>
          <a:p>
            <a:pPr marL="0" lvl="0" indent="0">
              <a:buNone/>
            </a:pPr>
            <a:r>
              <a:rPr lang="en-US" sz="1600" dirty="0"/>
              <a:t>the current input </a:t>
            </a:r>
            <a:r>
              <a:rPr lang="en-US" dirty="0"/>
              <a:t>and the calculated result.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2036B0-0E01-9656-8281-2D7CBDD2B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184" y="419386"/>
            <a:ext cx="3917177" cy="395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9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836D350-B418-CDE6-74DA-A748ADB3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8B7FE60F-6C4A-F2E8-B82C-B273134B4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275008"/>
            <a:ext cx="8520600" cy="4293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US" sz="1600" dirty="0"/>
              <a:t>The Loan menu provides an </a:t>
            </a:r>
            <a:r>
              <a:rPr lang="en-US" sz="1600" b="1" dirty="0"/>
              <a:t>EMI Calculator </a:t>
            </a:r>
          </a:p>
          <a:p>
            <a:pPr marL="0" lvl="0" indent="0">
              <a:buNone/>
            </a:pPr>
            <a:r>
              <a:rPr lang="en-US" sz="1600" dirty="0"/>
              <a:t>feature. When the user selects this option, a </a:t>
            </a:r>
          </a:p>
          <a:p>
            <a:pPr marL="0" lvl="0" indent="0">
              <a:buNone/>
            </a:pPr>
            <a:r>
              <a:rPr lang="en-US" sz="1600" dirty="0"/>
              <a:t>new screen is displayed, allowing the user to </a:t>
            </a:r>
          </a:p>
          <a:p>
            <a:pPr marL="0" lvl="0" indent="0">
              <a:buNone/>
            </a:pPr>
            <a:r>
              <a:rPr lang="en-US" sz="1600" dirty="0"/>
              <a:t>calculate the Equated Monthly Installment (EMI).</a:t>
            </a:r>
            <a:endParaRPr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C3E20-6F9D-24BB-1059-06AA1B19C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837" y="364384"/>
            <a:ext cx="3959067" cy="403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4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BE60048-5D1B-1EE0-BB59-E645C817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E75C0A73-8C19-D0F6-AC56-71DA36E7F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275008"/>
            <a:ext cx="8520600" cy="4293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dirty="0"/>
              <a:t>This screen displays the </a:t>
            </a:r>
            <a:r>
              <a:rPr lang="en-US" sz="1600" b="1" dirty="0"/>
              <a:t>Loan EMI </a:t>
            </a:r>
          </a:p>
          <a:p>
            <a:pPr marL="114300" indent="0">
              <a:buNone/>
            </a:pPr>
            <a:r>
              <a:rPr lang="en-US" sz="1600" b="1" dirty="0"/>
              <a:t>Calculator interface</a:t>
            </a:r>
            <a:r>
              <a:rPr lang="en-US" sz="1600" dirty="0"/>
              <a:t>, designed to help users </a:t>
            </a:r>
          </a:p>
          <a:p>
            <a:pPr marL="114300" indent="0">
              <a:buNone/>
            </a:pPr>
            <a:r>
              <a:rPr lang="en-US" sz="1600" dirty="0"/>
              <a:t>quickly calculate their monthly loan installments.</a:t>
            </a:r>
          </a:p>
          <a:p>
            <a:r>
              <a:rPr lang="en-US" sz="1600" dirty="0"/>
              <a:t>Users can enter the following details: </a:t>
            </a:r>
          </a:p>
          <a:p>
            <a:pPr lvl="1"/>
            <a:r>
              <a:rPr lang="en-US" sz="1600" b="1" dirty="0"/>
              <a:t>Loan Amount</a:t>
            </a:r>
            <a:r>
              <a:rPr lang="en-US" sz="1600" dirty="0"/>
              <a:t> – Total amount borrowed </a:t>
            </a:r>
          </a:p>
          <a:p>
            <a:pPr lvl="1"/>
            <a:r>
              <a:rPr lang="en-US" sz="1600" b="1" dirty="0"/>
              <a:t>Interest Rate</a:t>
            </a:r>
            <a:r>
              <a:rPr lang="en-US" sz="1600" dirty="0"/>
              <a:t> – Annual rate of interest </a:t>
            </a:r>
          </a:p>
          <a:p>
            <a:pPr lvl="1"/>
            <a:r>
              <a:rPr lang="en-US" sz="1600" b="1" dirty="0"/>
              <a:t>Tenure (Months)</a:t>
            </a:r>
            <a:r>
              <a:rPr lang="en-US" sz="1600" dirty="0"/>
              <a:t> – Duration of the loan </a:t>
            </a:r>
          </a:p>
          <a:p>
            <a:r>
              <a:rPr lang="en-US" sz="1600" dirty="0"/>
              <a:t>The </a:t>
            </a:r>
            <a:r>
              <a:rPr lang="en-US" sz="1600" b="1" dirty="0"/>
              <a:t>“Calculate EMI”</a:t>
            </a:r>
            <a:r>
              <a:rPr lang="en-US" sz="1600" dirty="0"/>
              <a:t> button computes the </a:t>
            </a:r>
          </a:p>
          <a:p>
            <a:pPr marL="114300" indent="0">
              <a:buNone/>
            </a:pPr>
            <a:r>
              <a:rPr lang="en-US" sz="1600" dirty="0"/>
              <a:t>monthly installment based on the entered values. </a:t>
            </a:r>
          </a:p>
          <a:p>
            <a:r>
              <a:rPr lang="en-US" sz="1600" dirty="0"/>
              <a:t>The </a:t>
            </a:r>
            <a:r>
              <a:rPr lang="en-US" sz="1600" b="1" dirty="0"/>
              <a:t>“Back”</a:t>
            </a:r>
            <a:r>
              <a:rPr lang="en-US" sz="1600" dirty="0"/>
              <a:t> button allows users to return to the </a:t>
            </a:r>
          </a:p>
          <a:p>
            <a:pPr marL="114300" indent="0">
              <a:buNone/>
            </a:pPr>
            <a:r>
              <a:rPr lang="en-US" sz="1600" dirty="0"/>
              <a:t>main calculator screen. </a:t>
            </a:r>
          </a:p>
          <a:p>
            <a:r>
              <a:rPr lang="en-US" sz="1600" dirty="0"/>
              <a:t>The interface uses a clean and simple layout, </a:t>
            </a:r>
          </a:p>
          <a:p>
            <a:pPr marL="114300" indent="0">
              <a:buNone/>
            </a:pPr>
            <a:r>
              <a:rPr lang="en-US" sz="1600" dirty="0"/>
              <a:t>making it easy for users to input data and view </a:t>
            </a:r>
          </a:p>
          <a:p>
            <a:pPr marL="114300" indent="0">
              <a:buNone/>
            </a:pPr>
            <a:r>
              <a:rPr lang="en-US" sz="1600" dirty="0"/>
              <a:t>results efficiently.</a:t>
            </a:r>
          </a:p>
          <a:p>
            <a:pPr marL="0" lvl="0" indent="0">
              <a:buNone/>
            </a:pP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2A543-9D96-8FF5-06E9-05F9CA85E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517" y="354383"/>
            <a:ext cx="3767602" cy="394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86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10E38B1-EA54-3BC4-0AB6-42F138281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9361A250-0C22-8F7E-4EB1-EDEB78C1A8B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426086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24</TotalTime>
  <Words>271</Words>
  <Application>Microsoft Office PowerPoint</Application>
  <PresentationFormat>On-screen Show (16:9)</PresentationFormat>
  <Paragraphs>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Python Calculator </vt:lpstr>
      <vt:lpstr>Module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Sweety Masmiya</cp:lastModifiedBy>
  <cp:revision>4</cp:revision>
  <dcterms:modified xsi:type="dcterms:W3CDTF">2026-04-25T16:09:48Z</dcterms:modified>
</cp:coreProperties>
</file>